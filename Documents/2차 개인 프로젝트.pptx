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80" r:id="rId3"/>
    <p:sldId id="281" r:id="rId4"/>
    <p:sldId id="268" r:id="rId5"/>
    <p:sldId id="257" r:id="rId6"/>
    <p:sldId id="270" r:id="rId7"/>
    <p:sldId id="266" r:id="rId8"/>
    <p:sldId id="272" r:id="rId9"/>
    <p:sldId id="267" r:id="rId10"/>
    <p:sldId id="273" r:id="rId11"/>
    <p:sldId id="264" r:id="rId12"/>
    <p:sldId id="274" r:id="rId13"/>
    <p:sldId id="275" r:id="rId14"/>
    <p:sldId id="276" r:id="rId15"/>
    <p:sldId id="265" r:id="rId16"/>
    <p:sldId id="278" r:id="rId17"/>
    <p:sldId id="277" r:id="rId18"/>
    <p:sldId id="279" r:id="rId19"/>
    <p:sldId id="260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A26AF-E82D-47AA-9540-BDEBB3A11459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8545A-A910-4058-953F-9435336E14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629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604DC-7A62-421D-9AF1-F5F602C20924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539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0DE21-5B69-4FAB-9DFF-D3F224BBDEF9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34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49AE6-B98E-4F56-B1ED-DD80B5D98466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69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3C5C4-E319-4EF9-80EE-0241328C6CC7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832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80FC6-6683-4DEA-9817-D44CE1CAC557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9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02A7D-FE97-4E5B-8A9A-1D81202EB008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24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DEE34-1932-4403-BEF2-E7C6C8274BC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24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013EF-6E77-472F-B6CC-762B66283ECD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924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12BAE-BA4F-4946-AB08-0C2E1647A7D7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419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84020-2F8A-41CF-9D7C-D97E1B9B8505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36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D2C4E-836D-4F7F-8794-B093A04AE548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17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CFF87-6DD7-443B-AC8D-15F933F3AACF}" type="datetime1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17F26-DFE5-4715-B44B-777B4F1C2C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000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baem/KI_Exam02_PJB" TargetMode="External"/><Relationship Id="rId2" Type="http://schemas.openxmlformats.org/officeDocument/2006/relationships/hyperlink" Target="https://docs.google.com/document/d/1EexYkfaHCEGst4NjzWPbsa33f9L6wsGqh8hBPq1vizc/edit?tab=t.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71149"/>
          </a:xfrm>
        </p:spPr>
        <p:txBody>
          <a:bodyPr>
            <a:normAutofit/>
          </a:bodyPr>
          <a:lstStyle/>
          <a:p>
            <a:r>
              <a:rPr lang="en-US" altLang="ko-KR" sz="3600" dirty="0" smtClean="0"/>
              <a:t>2</a:t>
            </a:r>
            <a:r>
              <a:rPr lang="ko-KR" altLang="en-US" sz="3600" dirty="0" smtClean="0"/>
              <a:t>차 개인 프로젝트</a:t>
            </a:r>
            <a:r>
              <a:rPr lang="en-US" altLang="ko-KR" sz="3600" dirty="0" smtClean="0"/>
              <a:t/>
            </a:r>
            <a:br>
              <a:rPr lang="en-US" altLang="ko-KR" sz="3600" dirty="0" smtClean="0"/>
            </a:br>
            <a:r>
              <a:rPr lang="ko-KR" altLang="en-US" sz="3600" dirty="0" err="1" smtClean="0"/>
              <a:t>언리얼</a:t>
            </a:r>
            <a:r>
              <a:rPr lang="ko-KR" altLang="en-US" sz="3600" dirty="0" smtClean="0"/>
              <a:t> 엔진 </a:t>
            </a:r>
            <a:r>
              <a:rPr lang="en-US" altLang="ko-KR" sz="3600" dirty="0" smtClean="0"/>
              <a:t>(</a:t>
            </a:r>
            <a:r>
              <a:rPr lang="ko-KR" altLang="en-US" sz="3600" dirty="0" err="1" smtClean="0"/>
              <a:t>블루프린트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050157" y="4291151"/>
            <a:ext cx="4303643" cy="1327771"/>
          </a:xfrm>
        </p:spPr>
        <p:txBody>
          <a:bodyPr>
            <a:normAutofit/>
          </a:bodyPr>
          <a:lstStyle/>
          <a:p>
            <a:pPr algn="l"/>
            <a:r>
              <a:rPr lang="ko-KR" altLang="en-US" sz="2000" dirty="0" smtClean="0"/>
              <a:t>장르</a:t>
            </a:r>
            <a:r>
              <a:rPr lang="en-US" altLang="ko-KR" sz="2000" dirty="0" smtClean="0"/>
              <a:t>: Action RPG</a:t>
            </a:r>
          </a:p>
          <a:p>
            <a:pPr algn="l"/>
            <a:r>
              <a:rPr lang="ko-KR" altLang="en-US" sz="2000" dirty="0" smtClean="0"/>
              <a:t>개발 기간</a:t>
            </a:r>
            <a:r>
              <a:rPr lang="en-US" altLang="ko-KR" sz="2000" dirty="0" smtClean="0"/>
              <a:t>: 2025.10.23 ~ 2025.11.06</a:t>
            </a:r>
          </a:p>
          <a:p>
            <a:pPr algn="l"/>
            <a:r>
              <a:rPr lang="ko-KR" altLang="en-US" sz="2000" dirty="0" smtClean="0"/>
              <a:t>개발자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박준범</a:t>
            </a:r>
            <a:r>
              <a:rPr lang="en-US" altLang="ko-KR" sz="2000" dirty="0" smtClean="0"/>
              <a:t> </a:t>
            </a:r>
            <a:endParaRPr lang="ko-KR" altLang="en-US" sz="20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2218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티저 영상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66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26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4836090" cy="4351338"/>
          </a:xfrm>
        </p:spPr>
        <p:txBody>
          <a:bodyPr/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대표 사진 하나 보여주기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6517710" y="1825625"/>
            <a:ext cx="48360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400" dirty="0" smtClean="0"/>
              <a:t>장르</a:t>
            </a:r>
            <a:r>
              <a:rPr lang="en-US" altLang="ko-KR" sz="2400" dirty="0" smtClean="0"/>
              <a:t>: Action RPG</a:t>
            </a:r>
          </a:p>
          <a:p>
            <a:r>
              <a:rPr lang="ko-KR" altLang="en-US" sz="2400" dirty="0" smtClean="0"/>
              <a:t>주제</a:t>
            </a:r>
            <a:r>
              <a:rPr lang="en-US" altLang="ko-KR" sz="2400" dirty="0" smtClean="0"/>
              <a:t>: </a:t>
            </a:r>
            <a:r>
              <a:rPr lang="ko-KR" altLang="en-US" sz="2400" dirty="0" err="1" smtClean="0"/>
              <a:t>포탑을</a:t>
            </a:r>
            <a:r>
              <a:rPr lang="ko-KR" altLang="en-US" sz="2400" dirty="0" smtClean="0"/>
              <a:t> 활용하며 보스 캐릭터 처치</a:t>
            </a:r>
            <a:endParaRPr lang="en-US" altLang="ko-KR" sz="2400" dirty="0" smtClean="0"/>
          </a:p>
          <a:p>
            <a:r>
              <a:rPr lang="ko-KR" altLang="en-US" sz="2400" dirty="0" smtClean="0"/>
              <a:t>개발 환경</a:t>
            </a:r>
            <a:r>
              <a:rPr lang="en-US" altLang="ko-KR" sz="2400" dirty="0" smtClean="0"/>
              <a:t>: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Unreal Engine </a:t>
            </a:r>
            <a:r>
              <a:rPr lang="ko-KR" altLang="en-US" sz="2400" dirty="0" smtClean="0"/>
              <a:t>버전번호</a:t>
            </a:r>
            <a:r>
              <a:rPr lang="en-US" altLang="ko-KR" sz="2400" dirty="0" smtClean="0"/>
              <a:t>(Blueprints)</a:t>
            </a:r>
          </a:p>
          <a:p>
            <a:r>
              <a:rPr lang="ko-KR" altLang="en-US" sz="2400" dirty="0" smtClean="0"/>
              <a:t>뷰</a:t>
            </a:r>
            <a:r>
              <a:rPr lang="en-US" altLang="ko-KR" sz="2400" dirty="0" smtClean="0"/>
              <a:t>: 3</a:t>
            </a:r>
            <a:r>
              <a:rPr lang="ko-KR" altLang="en-US" sz="2400" dirty="0" smtClean="0"/>
              <a:t>인칭 </a:t>
            </a:r>
            <a:r>
              <a:rPr lang="ko-KR" altLang="en-US" sz="2400" dirty="0" err="1" smtClean="0"/>
              <a:t>백뷰</a:t>
            </a:r>
            <a:endParaRPr lang="en-US" altLang="ko-KR" sz="2400" dirty="0" smtClean="0"/>
          </a:p>
          <a:p>
            <a:r>
              <a:rPr lang="ko-KR" altLang="en-US" sz="2400" dirty="0" smtClean="0"/>
              <a:t>깃 </a:t>
            </a:r>
            <a:r>
              <a:rPr lang="ko-KR" altLang="en-US" sz="2400" dirty="0" err="1" smtClean="0"/>
              <a:t>리포지토리</a:t>
            </a:r>
            <a:r>
              <a:rPr lang="ko-KR" altLang="en-US" sz="2400" dirty="0" smtClean="0"/>
              <a:t> 주소</a:t>
            </a:r>
            <a:endParaRPr lang="en-US" altLang="ko-KR" sz="2400"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53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개요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4836090" cy="4351338"/>
          </a:xfrm>
        </p:spPr>
        <p:txBody>
          <a:bodyPr/>
          <a:lstStyle/>
          <a:p>
            <a:r>
              <a:rPr lang="en-US" altLang="ko-KR" dirty="0" smtClean="0"/>
              <a:t>(</a:t>
            </a:r>
            <a:r>
              <a:rPr lang="ko-KR" altLang="en-US" dirty="0" smtClean="0"/>
              <a:t>전체 맵 시각화 사진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6517710" y="1825625"/>
            <a:ext cx="48360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2400" dirty="0" smtClean="0"/>
          </a:p>
          <a:p>
            <a:r>
              <a:rPr lang="ko-KR" altLang="en-US" sz="2400" dirty="0" smtClean="0"/>
              <a:t>스테이지</a:t>
            </a:r>
            <a:endParaRPr lang="en-US" altLang="ko-KR" sz="2400" dirty="0"/>
          </a:p>
          <a:p>
            <a:pPr lvl="1"/>
            <a:r>
              <a:rPr lang="ko-KR" altLang="en-US" sz="2000" dirty="0" smtClean="0"/>
              <a:t>콜로세움</a:t>
            </a:r>
            <a:endParaRPr lang="en-US" altLang="ko-KR" sz="2000" dirty="0" smtClean="0"/>
          </a:p>
          <a:p>
            <a:r>
              <a:rPr lang="ko-KR" altLang="en-US" sz="2400" dirty="0" smtClean="0"/>
              <a:t>등장 요소</a:t>
            </a:r>
            <a:endParaRPr lang="en-US" altLang="ko-KR" sz="2400" dirty="0" smtClean="0"/>
          </a:p>
          <a:p>
            <a:pPr lvl="1"/>
            <a:r>
              <a:rPr lang="ko-KR" altLang="en-US" sz="2000" dirty="0" smtClean="0"/>
              <a:t>플레이어</a:t>
            </a:r>
            <a:endParaRPr lang="en-US" altLang="ko-KR" sz="1200" dirty="0" smtClean="0"/>
          </a:p>
          <a:p>
            <a:pPr lvl="1"/>
            <a:r>
              <a:rPr lang="ko-KR" altLang="en-US" sz="2000" dirty="0" smtClean="0"/>
              <a:t>보스</a:t>
            </a:r>
            <a:endParaRPr lang="en-US" altLang="ko-KR" sz="2000" dirty="0" smtClean="0"/>
          </a:p>
          <a:p>
            <a:pPr lvl="1"/>
            <a:r>
              <a:rPr lang="ko-KR" altLang="en-US" sz="2000" dirty="0" err="1" smtClean="0"/>
              <a:t>포탑</a:t>
            </a:r>
            <a:endParaRPr lang="en-US" altLang="ko-KR" sz="2000" dirty="0" smtClean="0"/>
          </a:p>
          <a:p>
            <a:endParaRPr lang="en-US" altLang="ko-KR" sz="2400" dirty="0" smtClean="0"/>
          </a:p>
          <a:p>
            <a:r>
              <a:rPr lang="ko-KR" altLang="en-US" sz="2400" dirty="0" smtClean="0"/>
              <a:t>승리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보스 캐릭터 처치</a:t>
            </a:r>
            <a:endParaRPr lang="en-US" altLang="ko-KR" sz="2400" dirty="0" smtClean="0"/>
          </a:p>
          <a:p>
            <a:r>
              <a:rPr lang="ko-KR" altLang="en-US" sz="2400" dirty="0" smtClean="0"/>
              <a:t>패배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플레이어 캐릭터 사망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6882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조작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4836090" cy="435133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 smtClean="0"/>
              <a:t>마우스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이동</a:t>
            </a:r>
            <a:r>
              <a:rPr lang="en-US" altLang="ko-KR" dirty="0" smtClean="0"/>
              <a:t>: </a:t>
            </a:r>
            <a:r>
              <a:rPr lang="ko-KR" altLang="en-US" dirty="0" smtClean="0"/>
              <a:t>카메라 회전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좌클릭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기본 공격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우클릭</a:t>
            </a:r>
            <a:r>
              <a:rPr lang="en-US" altLang="ko-KR" dirty="0" smtClean="0"/>
              <a:t>: </a:t>
            </a:r>
            <a:r>
              <a:rPr lang="ko-KR" altLang="en-US" dirty="0" smtClean="0"/>
              <a:t>강 공격</a:t>
            </a:r>
            <a:endParaRPr lang="en-US" altLang="ko-KR" dirty="0" smtClean="0"/>
          </a:p>
          <a:p>
            <a:r>
              <a:rPr lang="en-US" altLang="ko-KR" dirty="0" smtClean="0"/>
              <a:t>W a s d : </a:t>
            </a:r>
            <a:r>
              <a:rPr lang="ko-KR" altLang="en-US" dirty="0" smtClean="0"/>
              <a:t>기본 이동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Left Shift : </a:t>
            </a:r>
            <a:r>
              <a:rPr lang="ko-KR" altLang="en-US" dirty="0" smtClean="0"/>
              <a:t>달리기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Left Ctrl : </a:t>
            </a:r>
            <a:r>
              <a:rPr lang="ko-KR" altLang="en-US" dirty="0" smtClean="0"/>
              <a:t>방어</a:t>
            </a:r>
            <a:endParaRPr lang="en-US" altLang="ko-KR" dirty="0" smtClean="0"/>
          </a:p>
          <a:p>
            <a:r>
              <a:rPr lang="en-US" altLang="ko-KR" dirty="0" smtClean="0"/>
              <a:t>F: </a:t>
            </a:r>
            <a:r>
              <a:rPr lang="ko-KR" altLang="en-US" dirty="0" err="1" smtClean="0"/>
              <a:t>포탑</a:t>
            </a:r>
            <a:r>
              <a:rPr lang="ko-KR" altLang="en-US" dirty="0" smtClean="0"/>
              <a:t> 상호작용</a:t>
            </a:r>
            <a:endParaRPr lang="en-US" altLang="ko-KR" dirty="0" smtClean="0"/>
          </a:p>
          <a:p>
            <a:r>
              <a:rPr lang="en-US" altLang="ko-KR" dirty="0" smtClean="0"/>
              <a:t>Q, E: </a:t>
            </a:r>
            <a:r>
              <a:rPr lang="ko-KR" altLang="en-US" dirty="0" smtClean="0"/>
              <a:t>스킬</a:t>
            </a:r>
            <a:endParaRPr lang="en-US" altLang="ko-KR" dirty="0" smtClean="0"/>
          </a:p>
          <a:p>
            <a:r>
              <a:rPr lang="en-US" altLang="ko-KR" dirty="0" smtClean="0"/>
              <a:t>Space Bar: </a:t>
            </a:r>
            <a:r>
              <a:rPr lang="ko-KR" altLang="en-US" dirty="0" smtClean="0"/>
              <a:t>점프 및 구르기</a:t>
            </a:r>
            <a:endParaRPr lang="en-US" altLang="ko-KR" dirty="0" smtClean="0"/>
          </a:p>
          <a:p>
            <a:r>
              <a:rPr lang="en-US" altLang="ko-KR" dirty="0" smtClean="0"/>
              <a:t>Left Alt: </a:t>
            </a:r>
            <a:r>
              <a:rPr lang="ko-KR" altLang="en-US" dirty="0" smtClean="0"/>
              <a:t>상태 확인</a:t>
            </a: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6517710" y="1825625"/>
            <a:ext cx="483609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2400" dirty="0" smtClean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626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플레이어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기본 행동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이동</a:t>
            </a:r>
            <a:r>
              <a:rPr lang="en-US" altLang="ko-KR" dirty="0" smtClean="0"/>
              <a:t>(WASD)</a:t>
            </a:r>
            <a:endParaRPr lang="en-US" altLang="ko-KR" dirty="0"/>
          </a:p>
          <a:p>
            <a:pPr lvl="1"/>
            <a:r>
              <a:rPr lang="ko-KR" altLang="en-US" dirty="0" smtClean="0"/>
              <a:t>점프</a:t>
            </a:r>
            <a:r>
              <a:rPr lang="en-US" altLang="ko-KR" dirty="0" smtClean="0"/>
              <a:t>(Space bar)</a:t>
            </a:r>
          </a:p>
          <a:p>
            <a:pPr lvl="1"/>
            <a:r>
              <a:rPr lang="ko-KR" altLang="en-US" dirty="0" smtClean="0"/>
              <a:t>상호작용</a:t>
            </a:r>
            <a:r>
              <a:rPr lang="en-US" altLang="ko-KR" dirty="0" smtClean="0"/>
              <a:t>(F)</a:t>
            </a:r>
          </a:p>
          <a:p>
            <a:r>
              <a:rPr lang="ko-KR" altLang="en-US" dirty="0" err="1" smtClean="0"/>
              <a:t>스텟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체력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스태미나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마나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37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플레이어</a:t>
            </a:r>
            <a:r>
              <a:rPr lang="en-US" altLang="ko-KR" dirty="0" smtClean="0"/>
              <a:t>: </a:t>
            </a:r>
            <a:r>
              <a:rPr lang="ko-KR" altLang="en-US" dirty="0" smtClean="0"/>
              <a:t>특수 행동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특수 이동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달리기</a:t>
            </a:r>
            <a:r>
              <a:rPr lang="en-US" altLang="ko-KR" dirty="0" smtClean="0"/>
              <a:t>(Left Shift + WASD)</a:t>
            </a:r>
          </a:p>
          <a:p>
            <a:pPr lvl="2"/>
            <a:r>
              <a:rPr lang="ko-KR" altLang="en-US" dirty="0" smtClean="0"/>
              <a:t>빠른 기동력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이동 시 스태미나 소모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방패 방어</a:t>
            </a:r>
            <a:r>
              <a:rPr lang="en-US" altLang="ko-KR" dirty="0"/>
              <a:t> </a:t>
            </a:r>
            <a:r>
              <a:rPr lang="en-US" altLang="ko-KR" dirty="0" smtClean="0"/>
              <a:t>[Ctrl]</a:t>
            </a:r>
          </a:p>
          <a:p>
            <a:pPr lvl="2"/>
            <a:r>
              <a:rPr lang="ko-KR" altLang="en-US" dirty="0" smtClean="0"/>
              <a:t>느린 기동력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피해 감소</a:t>
            </a:r>
            <a:r>
              <a:rPr lang="en-US" altLang="ko-KR" dirty="0"/>
              <a:t> 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방어 시 스태미나 소모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구르기</a:t>
            </a:r>
            <a:r>
              <a:rPr lang="en-US" altLang="ko-KR" dirty="0"/>
              <a:t> </a:t>
            </a:r>
            <a:r>
              <a:rPr lang="en-US" altLang="ko-KR" dirty="0" smtClean="0"/>
              <a:t>[Space]</a:t>
            </a:r>
          </a:p>
          <a:p>
            <a:pPr lvl="2"/>
            <a:r>
              <a:rPr lang="ko-KR" altLang="en-US" dirty="0" smtClean="0"/>
              <a:t>무적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스태미나 소모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47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플레이어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공격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기본 공격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종류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좌클릭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약공격</a:t>
            </a:r>
            <a:r>
              <a:rPr lang="en-US" altLang="ko-KR" dirty="0" smtClean="0"/>
              <a:t>): </a:t>
            </a:r>
            <a:r>
              <a:rPr lang="ko-KR" altLang="en-US" dirty="0" smtClean="0"/>
              <a:t>기본 공격</a:t>
            </a:r>
            <a:endParaRPr lang="en-US" altLang="ko-KR" dirty="0" smtClean="0"/>
          </a:p>
          <a:p>
            <a:pPr lvl="2"/>
            <a:r>
              <a:rPr lang="ko-KR" altLang="en-US" dirty="0" err="1" smtClean="0"/>
              <a:t>우클릭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강공격</a:t>
            </a:r>
            <a:r>
              <a:rPr lang="en-US" altLang="ko-KR" dirty="0" smtClean="0"/>
              <a:t>): </a:t>
            </a:r>
            <a:r>
              <a:rPr lang="ko-KR" altLang="en-US" dirty="0" smtClean="0"/>
              <a:t>스태미나 소모가 크고 모션이 큰 공격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영향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스태미나 소모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공격 성공 시 마나 회복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064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플레이어</a:t>
            </a:r>
            <a:r>
              <a:rPr lang="en-US" altLang="ko-KR" dirty="0" smtClean="0"/>
              <a:t>: </a:t>
            </a:r>
            <a:r>
              <a:rPr lang="ko-KR" altLang="en-US" dirty="0" smtClean="0"/>
              <a:t>공격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특수 공격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종류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스킬</a:t>
            </a:r>
            <a:r>
              <a:rPr lang="en-US" altLang="ko-KR" dirty="0" smtClean="0"/>
              <a:t>1 (Q)</a:t>
            </a:r>
          </a:p>
          <a:p>
            <a:pPr lvl="2"/>
            <a:r>
              <a:rPr lang="ko-KR" altLang="en-US" dirty="0" smtClean="0"/>
              <a:t>스킬</a:t>
            </a:r>
            <a:r>
              <a:rPr lang="en-US" altLang="ko-KR" dirty="0" smtClean="0"/>
              <a:t>2 (E)</a:t>
            </a:r>
          </a:p>
          <a:p>
            <a:pPr lvl="1"/>
            <a:r>
              <a:rPr lang="ko-KR" altLang="en-US" dirty="0" smtClean="0"/>
              <a:t>영향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마나 소모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439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보스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비전투</a:t>
            </a:r>
            <a:r>
              <a:rPr lang="ko-KR" altLang="en-US" dirty="0"/>
              <a:t> </a:t>
            </a:r>
            <a:r>
              <a:rPr lang="ko-KR" altLang="en-US" dirty="0" smtClean="0"/>
              <a:t>패턴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플레이어 발견 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일정 범위 순찰 및 </a:t>
            </a:r>
            <a:r>
              <a:rPr lang="en-US" altLang="ko-KR" dirty="0" smtClean="0"/>
              <a:t>Idle </a:t>
            </a:r>
            <a:r>
              <a:rPr lang="ko-KR" altLang="en-US" dirty="0" smtClean="0"/>
              <a:t>상태 반복</a:t>
            </a:r>
            <a:endParaRPr lang="en-US" altLang="ko-KR" dirty="0" smtClean="0"/>
          </a:p>
          <a:p>
            <a:r>
              <a:rPr lang="ko-KR" altLang="en-US" dirty="0" smtClean="0"/>
              <a:t>플레이어 발견 후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일정 거리 접근해 도발 애니메이션 실행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9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보스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전투 패턴</a:t>
            </a:r>
            <a:r>
              <a:rPr lang="en-US" altLang="ko-KR" dirty="0" smtClean="0"/>
              <a:t>(1 </a:t>
            </a:r>
            <a:r>
              <a:rPr lang="ko-KR" altLang="en-US" dirty="0" err="1" smtClean="0"/>
              <a:t>페이즈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발동 조건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비전투</a:t>
            </a:r>
            <a:r>
              <a:rPr lang="ko-KR" altLang="en-US" dirty="0" smtClean="0"/>
              <a:t> 상태에서의 피격</a:t>
            </a:r>
            <a:endParaRPr lang="en-US" altLang="ko-KR" dirty="0" smtClean="0"/>
          </a:p>
          <a:p>
            <a:r>
              <a:rPr lang="ko-KR" altLang="en-US" dirty="0" smtClean="0"/>
              <a:t>패턴</a:t>
            </a:r>
            <a:endParaRPr lang="en-US" altLang="ko-KR" dirty="0"/>
          </a:p>
          <a:p>
            <a:pPr lvl="1"/>
            <a:r>
              <a:rPr lang="en-US" altLang="ko-KR" dirty="0" smtClean="0"/>
              <a:t>3 </a:t>
            </a:r>
            <a:r>
              <a:rPr lang="ko-KR" altLang="en-US" dirty="0" smtClean="0"/>
              <a:t>가지 공격 중 랜덤으로 실행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연속 베기</a:t>
            </a:r>
            <a:r>
              <a:rPr lang="en-US" altLang="ko-KR" dirty="0" smtClean="0"/>
              <a:t>: 4 </a:t>
            </a:r>
            <a:r>
              <a:rPr lang="ko-KR" altLang="en-US" dirty="0" smtClean="0"/>
              <a:t>번 연속 공격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X</a:t>
            </a:r>
            <a:r>
              <a:rPr lang="ko-KR" altLang="en-US" dirty="0" smtClean="0"/>
              <a:t>자 베기</a:t>
            </a:r>
            <a:r>
              <a:rPr lang="en-US" altLang="ko-KR" dirty="0" smtClean="0"/>
              <a:t>: 1 </a:t>
            </a:r>
            <a:r>
              <a:rPr lang="ko-KR" altLang="en-US" dirty="0" smtClean="0"/>
              <a:t>번 넓고 빠른 공격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내려찍기</a:t>
            </a:r>
            <a:r>
              <a:rPr lang="en-US" altLang="ko-KR" dirty="0" smtClean="0"/>
              <a:t>: 1 </a:t>
            </a:r>
            <a:r>
              <a:rPr lang="ko-KR" altLang="en-US" dirty="0" smtClean="0"/>
              <a:t>번 느린 강한 공격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653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보스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전투 패턴</a:t>
            </a:r>
            <a:r>
              <a:rPr lang="en-US" altLang="ko-KR" dirty="0" smtClean="0"/>
              <a:t>(2 </a:t>
            </a:r>
            <a:r>
              <a:rPr lang="ko-KR" altLang="en-US" dirty="0" err="1" smtClean="0"/>
              <a:t>페이즈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발동 조건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체력</a:t>
            </a:r>
            <a:r>
              <a:rPr lang="en-US" altLang="ko-KR" dirty="0"/>
              <a:t> </a:t>
            </a:r>
            <a:r>
              <a:rPr lang="en-US" altLang="ko-KR" dirty="0" smtClean="0"/>
              <a:t>70% </a:t>
            </a:r>
            <a:r>
              <a:rPr lang="ko-KR" altLang="en-US" dirty="0" smtClean="0"/>
              <a:t>이하</a:t>
            </a:r>
            <a:endParaRPr lang="en-US" altLang="ko-KR" dirty="0" smtClean="0"/>
          </a:p>
          <a:p>
            <a:r>
              <a:rPr lang="ko-KR" altLang="en-US" dirty="0" smtClean="0"/>
              <a:t>패턴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발동 패턴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그로기 후 기본 자세 변경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이동 속도 증가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추가되는 패턴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회전 베기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전방으로 미끄러지듯 이동하며 공격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돌진</a:t>
            </a:r>
            <a:r>
              <a:rPr lang="en-US" altLang="ko-KR" dirty="0" smtClean="0"/>
              <a:t>: </a:t>
            </a:r>
            <a:r>
              <a:rPr lang="ko-KR" altLang="en-US" dirty="0" smtClean="0"/>
              <a:t>돌진 후 </a:t>
            </a:r>
            <a:r>
              <a:rPr lang="ko-KR" altLang="en-US" dirty="0" err="1" smtClean="0"/>
              <a:t>올려치기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48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보스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전투 패턴</a:t>
            </a:r>
            <a:r>
              <a:rPr lang="en-US" altLang="ko-KR" dirty="0" smtClean="0"/>
              <a:t>(3 </a:t>
            </a:r>
            <a:r>
              <a:rPr lang="ko-KR" altLang="en-US" dirty="0" err="1" smtClean="0"/>
              <a:t>페이즈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발동 조건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체력</a:t>
            </a:r>
            <a:r>
              <a:rPr lang="en-US" altLang="ko-KR" dirty="0" smtClean="0"/>
              <a:t> 30% </a:t>
            </a:r>
            <a:r>
              <a:rPr lang="ko-KR" altLang="en-US" dirty="0" smtClean="0"/>
              <a:t>이하</a:t>
            </a:r>
            <a:endParaRPr lang="en-US" altLang="ko-KR" dirty="0" smtClean="0"/>
          </a:p>
          <a:p>
            <a:r>
              <a:rPr lang="ko-KR" altLang="en-US" dirty="0" smtClean="0"/>
              <a:t>패턴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발동 패턴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분노 후 오라 이펙트 발현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이동 속도 증가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추가되는 패턴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발 구르기</a:t>
            </a:r>
            <a:r>
              <a:rPr lang="en-US" altLang="ko-KR" dirty="0" smtClean="0"/>
              <a:t>: </a:t>
            </a:r>
            <a:r>
              <a:rPr lang="ko-KR" altLang="en-US" dirty="0" smtClean="0"/>
              <a:t>주변 아군 </a:t>
            </a:r>
            <a:r>
              <a:rPr lang="ko-KR" altLang="en-US" dirty="0" err="1" smtClean="0"/>
              <a:t>포탑을</a:t>
            </a:r>
            <a:r>
              <a:rPr lang="ko-KR" altLang="en-US" dirty="0" smtClean="0"/>
              <a:t> 적군으로 변환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돌진</a:t>
            </a:r>
            <a:r>
              <a:rPr lang="en-US" altLang="ko-KR" dirty="0" smtClean="0"/>
              <a:t>(+): </a:t>
            </a:r>
            <a:r>
              <a:rPr lang="ko-KR" altLang="en-US" dirty="0" smtClean="0"/>
              <a:t>불길 생성</a:t>
            </a:r>
            <a:endParaRPr lang="en-US" altLang="ko-KR" dirty="0" smtClean="0"/>
          </a:p>
          <a:p>
            <a:pPr lvl="1"/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388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포탑</a:t>
            </a:r>
            <a:r>
              <a:rPr lang="en-US" altLang="ko-KR" dirty="0" smtClean="0"/>
              <a:t>: </a:t>
            </a:r>
            <a:r>
              <a:rPr lang="ko-KR" altLang="en-US" dirty="0" smtClean="0"/>
              <a:t>아군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상태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비작동</a:t>
            </a:r>
            <a:r>
              <a:rPr lang="ko-KR" altLang="en-US" dirty="0" smtClean="0"/>
              <a:t> 상태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상호작용 시 </a:t>
            </a:r>
            <a:r>
              <a:rPr lang="ko-KR" altLang="en-US" dirty="0" err="1" smtClean="0"/>
              <a:t>아군화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충전 상태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1</a:t>
            </a:r>
            <a:r>
              <a:rPr lang="ko-KR" altLang="en-US" dirty="0" smtClean="0"/>
              <a:t>차 작동 </a:t>
            </a:r>
            <a:r>
              <a:rPr lang="ko-KR" altLang="en-US" dirty="0" err="1" smtClean="0"/>
              <a:t>시쿨타임</a:t>
            </a:r>
            <a:r>
              <a:rPr lang="ko-KR" altLang="en-US" dirty="0" smtClean="0"/>
              <a:t> 발생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전투 상태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2</a:t>
            </a:r>
            <a:r>
              <a:rPr lang="ko-KR" altLang="en-US" dirty="0" smtClean="0"/>
              <a:t>차 작동 시 일정 시간 전투 상태 유지 </a:t>
            </a:r>
            <a:r>
              <a:rPr lang="en-US" altLang="ko-KR" dirty="0" smtClean="0"/>
              <a:t>(</a:t>
            </a:r>
            <a:r>
              <a:rPr lang="ko-KR" altLang="en-US" dirty="0" smtClean="0"/>
              <a:t>이후 충전 상태로 전환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보스를 공격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366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포탑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적군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발동 조건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보스 패턴에 의해 적군으로 변환</a:t>
            </a:r>
            <a:endParaRPr lang="en-US" altLang="ko-KR" dirty="0" smtClean="0"/>
          </a:p>
          <a:p>
            <a:r>
              <a:rPr lang="ko-KR" altLang="en-US" dirty="0" smtClean="0"/>
              <a:t>패턴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전기 구체 발사</a:t>
            </a:r>
            <a:endParaRPr lang="en-US" altLang="ko-KR" dirty="0" smtClean="0"/>
          </a:p>
          <a:p>
            <a:r>
              <a:rPr lang="ko-KR" altLang="en-US" dirty="0" smtClean="0"/>
              <a:t>파괴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플레이어의 공격으로 인해 파괴 가능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2929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UI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플레이어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체력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마나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스태미나 바</a:t>
            </a:r>
            <a:endParaRPr lang="en-US" altLang="ko-KR" dirty="0" smtClean="0"/>
          </a:p>
          <a:p>
            <a:r>
              <a:rPr lang="ko-KR" altLang="en-US" dirty="0" smtClean="0"/>
              <a:t>보스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체력 바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생성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보스 피격 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삭제</a:t>
            </a:r>
            <a:r>
              <a:rPr lang="en-US" altLang="ko-KR" dirty="0" smtClean="0"/>
              <a:t>: </a:t>
            </a:r>
            <a:r>
              <a:rPr lang="ko-KR" altLang="en-US" dirty="0" smtClean="0"/>
              <a:t>보스 사망 시</a:t>
            </a:r>
            <a:endParaRPr lang="en-US" altLang="ko-KR" dirty="0" smtClean="0"/>
          </a:p>
          <a:p>
            <a:r>
              <a:rPr lang="ko-KR" altLang="en-US" dirty="0" err="1" smtClean="0"/>
              <a:t>포탑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쿨타임</a:t>
            </a:r>
            <a:r>
              <a:rPr lang="ko-KR" altLang="en-US" dirty="0" smtClean="0"/>
              <a:t> 레이더</a:t>
            </a:r>
            <a:r>
              <a:rPr lang="en-US" altLang="ko-KR" dirty="0" smtClean="0"/>
              <a:t>(</a:t>
            </a:r>
            <a:r>
              <a:rPr lang="ko-KR" altLang="en-US" dirty="0" smtClean="0"/>
              <a:t>아군</a:t>
            </a:r>
            <a:r>
              <a:rPr lang="en-US" altLang="ko-KR" dirty="0" smtClean="0"/>
              <a:t>), </a:t>
            </a:r>
            <a:r>
              <a:rPr lang="ko-KR" altLang="en-US" dirty="0" smtClean="0"/>
              <a:t>체력 바</a:t>
            </a:r>
            <a:r>
              <a:rPr lang="en-US" altLang="ko-KR" dirty="0" smtClean="0"/>
              <a:t>(</a:t>
            </a:r>
            <a:r>
              <a:rPr lang="ko-KR" altLang="en-US" dirty="0" smtClean="0"/>
              <a:t>적군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smtClean="0"/>
              <a:t>플레이어 접근 시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조작 키 입력으로 전체 확인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475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개발 일정</a:t>
            </a:r>
            <a:endParaRPr lang="ko-KR" altLang="en-US" dirty="0"/>
          </a:p>
        </p:txBody>
      </p:sp>
      <p:graphicFrame>
        <p:nvGraphicFramePr>
          <p:cNvPr id="6" name="내용 개체 틀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1226004"/>
              </p:ext>
            </p:extLst>
          </p:nvPr>
        </p:nvGraphicFramePr>
        <p:xfrm>
          <a:off x="838200" y="1825625"/>
          <a:ext cx="9988826" cy="4337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113">
                  <a:extLst>
                    <a:ext uri="{9D8B030D-6E8A-4147-A177-3AD203B41FA5}">
                      <a16:colId xmlns:a16="http://schemas.microsoft.com/office/drawing/2014/main" val="1326773624"/>
                    </a:ext>
                  </a:extLst>
                </a:gridCol>
                <a:gridCol w="3101009">
                  <a:extLst>
                    <a:ext uri="{9D8B030D-6E8A-4147-A177-3AD203B41FA5}">
                      <a16:colId xmlns:a16="http://schemas.microsoft.com/office/drawing/2014/main" val="3254636012"/>
                    </a:ext>
                  </a:extLst>
                </a:gridCol>
                <a:gridCol w="1232452">
                  <a:extLst>
                    <a:ext uri="{9D8B030D-6E8A-4147-A177-3AD203B41FA5}">
                      <a16:colId xmlns:a16="http://schemas.microsoft.com/office/drawing/2014/main" val="4021432416"/>
                    </a:ext>
                  </a:extLst>
                </a:gridCol>
                <a:gridCol w="4585252">
                  <a:extLst>
                    <a:ext uri="{9D8B030D-6E8A-4147-A177-3AD203B41FA5}">
                      <a16:colId xmlns:a16="http://schemas.microsoft.com/office/drawing/2014/main" val="3864737019"/>
                    </a:ext>
                  </a:extLst>
                </a:gridCol>
              </a:tblGrid>
              <a:tr h="4629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주차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일정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기간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日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주요 내용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327536"/>
                  </a:ext>
                </a:extLst>
              </a:tr>
              <a:tr h="4629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주차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10.23 (</a:t>
                      </a:r>
                      <a:r>
                        <a:rPr lang="ko-KR" altLang="en-US" dirty="0" smtClean="0"/>
                        <a:t>목</a:t>
                      </a:r>
                      <a:r>
                        <a:rPr lang="en-US" altLang="ko-KR" dirty="0" smtClean="0"/>
                        <a:t>) ~ 10.24 (</a:t>
                      </a:r>
                      <a:r>
                        <a:rPr lang="ko-KR" altLang="en-US" dirty="0" smtClean="0"/>
                        <a:t>금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계획서 작성 및 </a:t>
                      </a:r>
                      <a:r>
                        <a:rPr lang="ko-KR" altLang="en-US" dirty="0" err="1" smtClean="0"/>
                        <a:t>에셋</a:t>
                      </a:r>
                      <a:r>
                        <a:rPr lang="ko-KR" altLang="en-US" dirty="0" smtClean="0"/>
                        <a:t> 탐색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08906"/>
                  </a:ext>
                </a:extLst>
              </a:tr>
              <a:tr h="46292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10.25 (</a:t>
                      </a:r>
                      <a:r>
                        <a:rPr lang="ko-KR" altLang="en-US" dirty="0" smtClean="0"/>
                        <a:t>토</a:t>
                      </a:r>
                      <a:r>
                        <a:rPr lang="en-US" altLang="ko-KR" dirty="0" smtClean="0"/>
                        <a:t>) ~ 10.26 (</a:t>
                      </a:r>
                      <a:r>
                        <a:rPr lang="ko-KR" altLang="en-US" dirty="0" smtClean="0"/>
                        <a:t>일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플레이어 움직임 구현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755557"/>
                  </a:ext>
                </a:extLst>
              </a:tr>
              <a:tr h="4629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</a:t>
                      </a:r>
                      <a:r>
                        <a:rPr lang="ko-KR" altLang="en-US" dirty="0" smtClean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10.27 (</a:t>
                      </a:r>
                      <a:r>
                        <a:rPr lang="ko-KR" altLang="en-US" dirty="0" smtClean="0"/>
                        <a:t>월</a:t>
                      </a:r>
                      <a:r>
                        <a:rPr lang="en-US" altLang="ko-KR" dirty="0" smtClean="0"/>
                        <a:t>) ~ 10.28 (</a:t>
                      </a:r>
                      <a:r>
                        <a:rPr lang="ko-KR" altLang="en-US" dirty="0" smtClean="0"/>
                        <a:t>화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보스 움직임 구현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451172"/>
                  </a:ext>
                </a:extLst>
              </a:tr>
              <a:tr h="2682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10.29 (</a:t>
                      </a:r>
                      <a:r>
                        <a:rPr lang="ko-KR" altLang="en-US" dirty="0" smtClean="0"/>
                        <a:t>수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 smtClean="0"/>
                        <a:t>포탑</a:t>
                      </a:r>
                      <a:r>
                        <a:rPr lang="ko-KR" altLang="en-US" dirty="0" smtClean="0"/>
                        <a:t> 구현 및 맵 배치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1294414"/>
                  </a:ext>
                </a:extLst>
              </a:tr>
              <a:tr h="4629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10.30 (</a:t>
                      </a:r>
                      <a:r>
                        <a:rPr lang="ko-KR" altLang="en-US" dirty="0" smtClean="0"/>
                        <a:t>목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UI</a:t>
                      </a:r>
                      <a:r>
                        <a:rPr lang="ko-KR" altLang="en-US" dirty="0" smtClean="0"/>
                        <a:t> 구현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680153"/>
                  </a:ext>
                </a:extLst>
              </a:tr>
              <a:tr h="2682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10.31 (</a:t>
                      </a:r>
                      <a:r>
                        <a:rPr lang="ko-KR" altLang="en-US" dirty="0" smtClean="0"/>
                        <a:t>금</a:t>
                      </a:r>
                      <a:r>
                        <a:rPr lang="en-US" altLang="ko-KR" dirty="0" smtClean="0"/>
                        <a:t>) ~ 11.01 (</a:t>
                      </a:r>
                      <a:r>
                        <a:rPr lang="ko-KR" altLang="en-US" dirty="0" smtClean="0"/>
                        <a:t>토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공격 및 피격 판정 구현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557493"/>
                  </a:ext>
                </a:extLst>
              </a:tr>
              <a:tr h="4629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</a:t>
                      </a:r>
                      <a:r>
                        <a:rPr lang="ko-KR" altLang="en-US" dirty="0" smtClean="0"/>
                        <a:t>주차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11.02 (</a:t>
                      </a:r>
                      <a:r>
                        <a:rPr lang="ko-KR" altLang="en-US" dirty="0" smtClean="0"/>
                        <a:t>일</a:t>
                      </a:r>
                      <a:r>
                        <a:rPr lang="en-US" altLang="ko-KR" dirty="0" smtClean="0"/>
                        <a:t>) ~ 10.03 (</a:t>
                      </a:r>
                      <a:r>
                        <a:rPr lang="ko-KR" altLang="en-US" dirty="0" smtClean="0"/>
                        <a:t>월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디버그 및 개선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038276"/>
                  </a:ext>
                </a:extLst>
              </a:tr>
              <a:tr h="46292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11.04 (</a:t>
                      </a:r>
                      <a:r>
                        <a:rPr lang="ko-KR" altLang="en-US" dirty="0" smtClean="0"/>
                        <a:t>화</a:t>
                      </a:r>
                      <a:r>
                        <a:rPr lang="en-US" altLang="ko-KR" dirty="0" smtClean="0"/>
                        <a:t>) ~ 11.05 (</a:t>
                      </a:r>
                      <a:r>
                        <a:rPr lang="ko-KR" altLang="en-US" dirty="0" smtClean="0"/>
                        <a:t>수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PPT </a:t>
                      </a:r>
                      <a:r>
                        <a:rPr lang="ko-KR" altLang="en-US" dirty="0" smtClean="0"/>
                        <a:t>작성 및 시연 영상 촬영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733759"/>
                  </a:ext>
                </a:extLst>
              </a:tr>
              <a:tr h="2682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11.06 (</a:t>
                      </a:r>
                      <a:r>
                        <a:rPr lang="ko-KR" altLang="en-US" dirty="0" smtClean="0"/>
                        <a:t>목</a:t>
                      </a:r>
                      <a:r>
                        <a:rPr lang="en-US" altLang="ko-KR" dirty="0" smtClean="0"/>
                        <a:t>)</a:t>
                      </a:r>
                      <a:endParaRPr lang="ko-KR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패키지 빌드 및 최종 제출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07017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861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Documents</a:t>
            </a:r>
          </a:p>
          <a:p>
            <a:pPr lvl="1"/>
            <a:r>
              <a:rPr lang="en-US" altLang="ko-KR" sz="1200" dirty="0" smtClean="0"/>
              <a:t>Project Proposal: </a:t>
            </a:r>
            <a:r>
              <a:rPr lang="en-US" altLang="ko-KR" sz="1200" dirty="0" smtClean="0">
                <a:hlinkClick r:id="rId2"/>
              </a:rPr>
              <a:t>https://docs.google.com/document/d/1EexYkfaHCEGst4NjzWPbsa33f9L6wsGqh8hBPq1vizc/edit?tab=t.0</a:t>
            </a:r>
            <a:endParaRPr lang="en-US" altLang="ko-KR" sz="1200" dirty="0" smtClean="0"/>
          </a:p>
          <a:p>
            <a:pPr lvl="1"/>
            <a:r>
              <a:rPr lang="en-US" altLang="ko-KR" sz="1200" dirty="0" err="1" smtClean="0"/>
              <a:t>Git</a:t>
            </a:r>
            <a:r>
              <a:rPr lang="en-US" altLang="ko-KR" sz="1200" dirty="0" smtClean="0"/>
              <a:t> Repository: </a:t>
            </a:r>
            <a:r>
              <a:rPr lang="en-US" altLang="ko-KR" sz="1200" dirty="0" smtClean="0">
                <a:hlinkClick r:id="rId3"/>
              </a:rPr>
              <a:t>https://github.com/jbaem/KI_Exam02_PJB</a:t>
            </a:r>
            <a:endParaRPr lang="en-US" altLang="ko-KR" sz="1200" dirty="0" smtClean="0"/>
          </a:p>
          <a:p>
            <a:pPr lvl="1"/>
            <a:r>
              <a:rPr lang="en-US" altLang="ko-KR" sz="1200" dirty="0" smtClean="0"/>
              <a:t>Release Package:</a:t>
            </a:r>
          </a:p>
          <a:p>
            <a:r>
              <a:rPr lang="en-US" altLang="ko-KR" dirty="0" smtClean="0"/>
              <a:t>Used Assets</a:t>
            </a:r>
          </a:p>
          <a:p>
            <a:pPr lvl="1"/>
            <a:r>
              <a:rPr lang="en-US" altLang="ko-KR" sz="1200" dirty="0" err="1" smtClean="0"/>
              <a:t>asd</a:t>
            </a:r>
            <a:endParaRPr lang="en-US" altLang="ko-KR" sz="1200" dirty="0" smtClean="0"/>
          </a:p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17F26-DFE5-4715-B44B-777B4F1C2C08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136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643</Words>
  <Application>Microsoft Office PowerPoint</Application>
  <PresentationFormat>와이드스크린</PresentationFormat>
  <Paragraphs>191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2차 개인 프로젝트 언리얼 엔진 (블루프린트)</vt:lpstr>
      <vt:lpstr>티저 영상</vt:lpstr>
      <vt:lpstr>목차</vt:lpstr>
      <vt:lpstr>개요</vt:lpstr>
      <vt:lpstr>개요</vt:lpstr>
      <vt:lpstr>조작</vt:lpstr>
      <vt:lpstr>플레이어</vt:lpstr>
      <vt:lpstr>플레이어: 특수 행동</vt:lpstr>
      <vt:lpstr>플레이어: 공격</vt:lpstr>
      <vt:lpstr>플레이어: 공격</vt:lpstr>
      <vt:lpstr>보스: 비전투 패턴</vt:lpstr>
      <vt:lpstr>보스: 전투 패턴(1 페이즈)</vt:lpstr>
      <vt:lpstr>보스: 전투 패턴(2 페이즈)</vt:lpstr>
      <vt:lpstr>보스: 전투 패턴(3 페이즈)</vt:lpstr>
      <vt:lpstr>포탑: 아군 </vt:lpstr>
      <vt:lpstr>포탑: 적군</vt:lpstr>
      <vt:lpstr>UI</vt:lpstr>
      <vt:lpstr>개발 일정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언리얼 엔진 블루프린트 개인 프로젝트</dc:title>
  <dc:creator>KGA</dc:creator>
  <cp:lastModifiedBy>KGA</cp:lastModifiedBy>
  <cp:revision>17</cp:revision>
  <dcterms:created xsi:type="dcterms:W3CDTF">2025-11-03T00:32:16Z</dcterms:created>
  <dcterms:modified xsi:type="dcterms:W3CDTF">2025-11-03T04:03:46Z</dcterms:modified>
</cp:coreProperties>
</file>